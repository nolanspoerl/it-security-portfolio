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0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3"/>
  </p:normalViewPr>
  <p:slideViewPr>
    <p:cSldViewPr snapToGrid="0">
      <p:cViewPr varScale="1">
        <p:scale>
          <a:sx n="120" d="100"/>
          <a:sy n="120" d="100"/>
        </p:scale>
        <p:origin x="80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6A7AD-292B-C37A-F285-D41EAA0B69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006B76-2905-55DF-2FF3-3375ED18FE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D28DE7-A27B-23BB-D440-749ABDB5F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8298C-DD6B-4B2C-A97B-053ADDAD306E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10E2C7-7BCC-F1FB-FBE5-DA0DFCF2C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1A90FD-ACF1-53EB-6D0A-C5D21C711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40F3-9E6D-44EE-A275-CF4E40669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557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D344D-D06A-9BF6-5178-574A98C5B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208D04-4A7D-46D7-98F8-2C042C5588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AAEB56-BB7A-7EA0-4292-FFEF0035A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8298C-DD6B-4B2C-A97B-053ADDAD306E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E0294-3EF2-C885-87E7-C0E3361C1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1B38E1-A2C6-906C-23A6-8A7F844C8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40F3-9E6D-44EE-A275-CF4E40669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8379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912FC-E902-4245-F971-909D67DDA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C72D4B-5BDA-AD70-2B7D-2599E5EAF8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BEE139-0145-F5D8-EC8A-0DA29D0C3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8298C-DD6B-4B2C-A97B-053ADDAD306E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09237C-03AC-DE2D-306E-5BF5AC9C1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9D3416-1CA3-7889-FF6E-6804C9A9D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40F3-9E6D-44EE-A275-CF4E40669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302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35968-C463-ED3C-2194-89C3706A6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CD6F1-3900-7EE4-5738-5BFBCB5DC2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2A9F5F-7F85-2D7E-DFB4-663B89258C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D82B86-486B-4E2F-B780-8658C6109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8298C-DD6B-4B2C-A97B-053ADDAD306E}" type="datetimeFigureOut">
              <a:rPr lang="en-US" smtClean="0"/>
              <a:t>9/10/26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9D7828-2AC0-9683-218A-6DD4A7AB7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C09558-2302-48CA-9E9E-355084F27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40F3-9E6D-44EE-A275-CF4E40669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960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D13B1-7A25-D4D1-AE0A-E1CA97B98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D09E55-3BB5-4B4C-F6AD-5DC29F3A44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355CBB-12B7-3F87-32BD-D90F1A781D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EB9A22-0A42-424F-3847-F63F87448F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8C64FD-13A3-0B08-562C-144BE1B8EA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BE1F23-40B1-5D76-7ED0-D21D7AFD6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8298C-DD6B-4B2C-A97B-053ADDAD306E}" type="datetimeFigureOut">
              <a:rPr lang="en-US" smtClean="0"/>
              <a:t>9/10/26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06DFE5-0467-6D0B-9BEE-15477DCCB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4B3CD8-FA29-A867-C72E-99546BFBC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40F3-9E6D-44EE-A275-CF4E40669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650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F9F9B-E89D-24E8-2503-5DFEC25E0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D641BA-F369-600B-9F80-896009C0C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8298C-DD6B-4B2C-A97B-053ADDAD306E}" type="datetimeFigureOut">
              <a:rPr lang="en-US" smtClean="0"/>
              <a:t>9/10/26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171DCA-CEB7-219E-8D3D-56B96D26E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87D4AB-AF1C-F01A-78F8-B34F3C17B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40F3-9E6D-44EE-A275-CF4E40669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019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D73E2C-52DC-A775-8DBD-E5DD29DD1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8298C-DD6B-4B2C-A97B-053ADDAD306E}" type="datetimeFigureOut">
              <a:rPr lang="en-US" smtClean="0"/>
              <a:t>9/10/26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7BB78B-86C6-F05A-6B42-E7F881BE3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0278FA-FE44-0CA1-DE5E-2CD4716A4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40F3-9E6D-44EE-A275-CF4E40669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029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BD6B1-FFB4-9CAA-C7CF-581AF511A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82A3E-A747-C440-AF6A-17AB43D9C1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08CBEC-1969-1664-299B-B2C812F040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F1ED46-F5C1-EB99-DC5F-7E69445D4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8298C-DD6B-4B2C-A97B-053ADDAD306E}" type="datetimeFigureOut">
              <a:rPr lang="en-US" smtClean="0"/>
              <a:t>9/10/26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FCBBB-4C33-BEFA-E253-D39841716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923525-9E3D-F77D-EEAC-92EE420D7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40F3-9E6D-44EE-A275-CF4E40669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329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6F315-5A8D-CCEB-3A1A-A567BC77D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61BD02-CC01-CC53-7F78-7A5401A23D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4F50BD-D1E7-B60C-21A0-6137F6504D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76A2B2-6550-ADE9-2F0B-F472ECF02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8298C-DD6B-4B2C-A97B-053ADDAD306E}" type="datetimeFigureOut">
              <a:rPr lang="en-US" smtClean="0"/>
              <a:t>9/10/26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1B340C-DDB5-DB63-DFAB-065BCA990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C41039-CFDA-89D9-A3DA-4521B99C4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40F3-9E6D-44EE-A275-CF4E40669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383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024EF-79D1-BE3A-4FDE-BBA05BCA2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FC853C-B33C-7AE6-754D-4F2308AF30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1783A1-A501-4D55-19AD-EE8200F0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8298C-DD6B-4B2C-A97B-053ADDAD306E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E82FB-A222-16C1-0C03-D54D37C95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CB1468-897B-D1DC-ECC4-074FC0211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40F3-9E6D-44EE-A275-CF4E40669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629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29BA95-F544-1141-172F-14CFC216CB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AA579D-327E-3939-6AEA-277258B79D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22DE3D-D7B7-DFD9-9C65-5A226A2F3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8298C-DD6B-4B2C-A97B-053ADDAD306E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060E66-E999-1746-AE97-8094BC931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EEEA5-EF77-87D1-7A3C-4C0314906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40F3-9E6D-44EE-A275-CF4E40669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047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B492D9-415E-DDAF-8233-AED87AC69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EC8BAD-E2B2-7631-6896-90360D04B3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3142FB-C18C-92B4-A82E-BF3C8B1843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68298C-DD6B-4B2C-A97B-053ADDAD306E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687018-197E-4B54-49FD-F05B850B41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14E0CB-B6B2-5D2A-B1AB-7F0D1D0EE9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9D40F3-9E6D-44EE-A275-CF4E40669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510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1AF6C-8700-46A7-6456-478C211C0F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Onboarding/Offboarding Automation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678019-5203-3F0A-AAFC-07A49449F1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58457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C9104-860F-9A49-CAB6-89FA22707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D8825-0662-96CD-9B83-1158960A0D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Automation to create user on/offboarding task in Onboarding&gt;Employee Access in Planner. Automation creates user M365 account (email, teams, groups, properties, etc.), and notifies managers, HR, payroll, etc.</a:t>
            </a:r>
          </a:p>
          <a:p>
            <a:pPr lvl="1"/>
            <a:r>
              <a:rPr lang="en-US" dirty="0"/>
              <a:t>Take into account Location of employee</a:t>
            </a:r>
          </a:p>
          <a:p>
            <a:pPr lvl="1"/>
            <a:r>
              <a:rPr lang="en-US" dirty="0" err="1"/>
              <a:t>Offboardings</a:t>
            </a:r>
            <a:r>
              <a:rPr lang="en-US" dirty="0"/>
              <a:t> can be scheduled in advance (set and forget).</a:t>
            </a:r>
          </a:p>
          <a:p>
            <a:r>
              <a:rPr lang="en-US" dirty="0"/>
              <a:t>Automation Replaces old forms: [DEPRECATED] Employee Onboarding and Employee Offboarding </a:t>
            </a:r>
          </a:p>
          <a:p>
            <a:r>
              <a:rPr lang="en-US" dirty="0"/>
              <a:t>New Forms: [PILOT] Employee Onboarding/Offboarding Automation (will share after meeting).</a:t>
            </a:r>
          </a:p>
          <a:p>
            <a:r>
              <a:rPr lang="en-US" dirty="0"/>
              <a:t>HR will use new forms moving forward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6576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87AD1-A754-8C7C-175A-21B1A472F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Onboarding automation – what does it do?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24604-39A3-DC1E-3114-98B8F5C3B8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Creates user M365 account (email, teams, etc.)</a:t>
            </a:r>
          </a:p>
          <a:p>
            <a:r>
              <a:rPr lang="en-US" dirty="0"/>
              <a:t>Adds new hire to necessary groups based on Department and Location</a:t>
            </a:r>
          </a:p>
          <a:p>
            <a:pPr lvl="1"/>
            <a:r>
              <a:rPr lang="en-US" dirty="0"/>
              <a:t>EX: A *REDACTED* new hire will be placed in the *REDACTED* and *REDACTED* groups</a:t>
            </a:r>
          </a:p>
          <a:p>
            <a:pPr lvl="1"/>
            <a:r>
              <a:rPr lang="en-US" dirty="0"/>
              <a:t>Designed for basic initial access (least privilege)</a:t>
            </a:r>
          </a:p>
          <a:p>
            <a:r>
              <a:rPr lang="en-US" dirty="0"/>
              <a:t>Notifies manager, IT, HR, Payroll, Training of new hire and details</a:t>
            </a:r>
          </a:p>
          <a:p>
            <a:r>
              <a:rPr lang="en-US" dirty="0"/>
              <a:t>Creates planner task and assigns necessary individuals</a:t>
            </a:r>
          </a:p>
          <a:p>
            <a:r>
              <a:rPr lang="en-US" dirty="0"/>
              <a:t>TBD users are provisioned basic access (no groups assigned – usually until training completes).</a:t>
            </a:r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3309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C65AE-879D-7AA0-5624-8AD955DED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Onboarding email example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02A58D-394C-BBF6-D8B3-88D2ACC1EA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*REDACTED*</a:t>
            </a:r>
          </a:p>
        </p:txBody>
      </p:sp>
    </p:spTree>
    <p:extLst>
      <p:ext uri="{BB962C8B-B14F-4D97-AF65-F5344CB8AC3E}">
        <p14:creationId xmlns:p14="http://schemas.microsoft.com/office/powerpoint/2010/main" val="3151994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B7D34-E376-7DE9-15E5-A9174D4F1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Planner card from automation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306FC5-E10A-DE7F-3F6A-0F956A5047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*REDACTED*</a:t>
            </a:r>
          </a:p>
        </p:txBody>
      </p:sp>
    </p:spTree>
    <p:extLst>
      <p:ext uri="{BB962C8B-B14F-4D97-AF65-F5344CB8AC3E}">
        <p14:creationId xmlns:p14="http://schemas.microsoft.com/office/powerpoint/2010/main" val="4278674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34E6F-19D2-BF8D-D834-BEA25B719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TBD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7A260A-4A64-23B0-BEE3-6D70178B23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new hires who are not assigned a department yet or are going through training.</a:t>
            </a:r>
          </a:p>
          <a:p>
            <a:r>
              <a:rPr lang="en-US" dirty="0"/>
              <a:t>Basic access</a:t>
            </a:r>
          </a:p>
          <a:p>
            <a:pPr lvl="1"/>
            <a:r>
              <a:rPr lang="en-US" dirty="0"/>
              <a:t>Email, teams, slack, etc.</a:t>
            </a:r>
          </a:p>
          <a:p>
            <a:pPr lvl="1"/>
            <a:r>
              <a:rPr lang="en-US" dirty="0"/>
              <a:t>Not granted access to department-specific groups</a:t>
            </a:r>
          </a:p>
          <a:p>
            <a:pPr lvl="1"/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B37AA5-3CD5-7585-B16D-B9D7ACE99B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9521" y="2828266"/>
            <a:ext cx="2854279" cy="2936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7214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56E16-9FA8-9C4C-F7B7-90767F5E6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TBD Email - manager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7451C5-2F51-0EF5-378A-721E96E9AC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*REDACTED*</a:t>
            </a:r>
          </a:p>
        </p:txBody>
      </p:sp>
    </p:spTree>
    <p:extLst>
      <p:ext uri="{BB962C8B-B14F-4D97-AF65-F5344CB8AC3E}">
        <p14:creationId xmlns:p14="http://schemas.microsoft.com/office/powerpoint/2010/main" val="8123102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346C0-D003-1B3C-4CF2-EA4F1FC58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Offboarding Automation – what does it do?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47AF38-7DD7-B98A-B6E8-41C25B9340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Blocks user sign in, removes group access, notifies relevant parties (once again based on location and department).</a:t>
            </a:r>
          </a:p>
          <a:p>
            <a:r>
              <a:rPr lang="en-US" dirty="0"/>
              <a:t>Can be scheduled in advance (Scheduled Offboarding in Form)</a:t>
            </a:r>
          </a:p>
          <a:p>
            <a:pPr lvl="1"/>
            <a:r>
              <a:rPr lang="en-US" dirty="0"/>
              <a:t>EX: An employee is scheduled to be offboarded on 8.15 – has access until the end of the work day (+1 day grace period if *REDACTED* user).</a:t>
            </a:r>
          </a:p>
          <a:p>
            <a:r>
              <a:rPr lang="en-US" dirty="0"/>
              <a:t>Manager Email and OneDrive access timeline: </a:t>
            </a:r>
          </a:p>
          <a:p>
            <a:pPr lvl="1"/>
            <a:r>
              <a:rPr lang="en-US" dirty="0"/>
              <a:t>Scheduled – 30 days</a:t>
            </a:r>
          </a:p>
          <a:p>
            <a:pPr lvl="1"/>
            <a:r>
              <a:rPr lang="en-US" dirty="0"/>
              <a:t>Immediate - 6 months (IT will confirm access with HR after this time via separate automated reminder).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62863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6F720-FA9F-C7D0-ADD7-8FF5870A9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Scheduled offboarding email example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AE101F-51C4-2077-3AE7-697F7C5A3A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*REDACTED*</a:t>
            </a:r>
          </a:p>
        </p:txBody>
      </p:sp>
    </p:spTree>
    <p:extLst>
      <p:ext uri="{BB962C8B-B14F-4D97-AF65-F5344CB8AC3E}">
        <p14:creationId xmlns:p14="http://schemas.microsoft.com/office/powerpoint/2010/main" val="24002221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7772D-999F-4C3F-3022-006D4ADDD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Scheduled offboarding email example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1E7A27-8B46-1E20-D978-00BA229DDB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*REDACTED*</a:t>
            </a:r>
          </a:p>
        </p:txBody>
      </p:sp>
    </p:spTree>
    <p:extLst>
      <p:ext uri="{BB962C8B-B14F-4D97-AF65-F5344CB8AC3E}">
        <p14:creationId xmlns:p14="http://schemas.microsoft.com/office/powerpoint/2010/main" val="6846561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</TotalTime>
  <Words>369</Words>
  <Application>Microsoft Macintosh PowerPoint</Application>
  <PresentationFormat>Widescreen</PresentationFormat>
  <Paragraphs>40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Onboarding/Offboarding Automation</vt:lpstr>
      <vt:lpstr>Overview </vt:lpstr>
      <vt:lpstr>Onboarding automation – what does it do?</vt:lpstr>
      <vt:lpstr>Onboarding email example</vt:lpstr>
      <vt:lpstr>Planner card from automation</vt:lpstr>
      <vt:lpstr>TBD</vt:lpstr>
      <vt:lpstr>TBD Email - manager</vt:lpstr>
      <vt:lpstr>Offboarding Automation – what does it do?</vt:lpstr>
      <vt:lpstr>Scheduled offboarding email example</vt:lpstr>
      <vt:lpstr>Scheduled offboarding email 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Nolan Spoerl</dc:creator>
  <cp:lastModifiedBy>Nolan Spoerl</cp:lastModifiedBy>
  <cp:revision>2</cp:revision>
  <dcterms:created xsi:type="dcterms:W3CDTF">2025-08-13T16:55:44Z</dcterms:created>
  <dcterms:modified xsi:type="dcterms:W3CDTF">2026-09-10T16:23:17Z</dcterms:modified>
</cp:coreProperties>
</file>